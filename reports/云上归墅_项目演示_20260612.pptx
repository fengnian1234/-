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63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Noto Serif SC"/>
              </a:defRPr>
            </a:pPr>
            <a:r>
              <a:t>云上·归墅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C8BE"/>
                </a:solidFill>
                <a:latin typeface="PingFang SC"/>
              </a:defRPr>
            </a:pPr>
            <a:r>
              <a:t>微信公众号智能服务系统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474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7355"/>
                </a:solidFill>
                <a:latin typeface="KaiTi"/>
              </a:defRPr>
            </a:pPr>
            <a:r>
              <a:t>云无心以出岫，鸟倦飞而知还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E9A90"/>
                </a:solidFill>
                <a:latin typeface="PingFang SC"/>
              </a:defRPr>
            </a:pPr>
            <a:r>
              <a:t>庐山山上 · 大林沟路27号  |  携程4.7分  |  2016年开业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第二面左半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4754880" cy="6492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0" y="73152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A3D33"/>
                </a:solidFill>
                <a:latin typeface="Noto Serif SC"/>
              </a:defRPr>
            </a:pPr>
            <a:r>
              <a:t>一座藏在庐山云雾里的民宿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463040"/>
            <a:ext cx="1371600" cy="38100"/>
          </a:xfrm>
          <a:prstGeom prst="rect">
            <a:avLst/>
          </a:prstGeom>
          <a:solidFill>
            <a:srgbClr val="8B7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0" y="1920240"/>
            <a:ext cx="5943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815"/>
                </a:solidFill>
                <a:latin typeface="PingFang SC"/>
              </a:defRPr>
            </a:pPr>
            <a:r>
              <a:rPr dirty="0"/>
              <a:t>🏔️  </a:t>
            </a:r>
            <a:r>
              <a:rPr dirty="0" err="1"/>
              <a:t>海拔千米的U型三层小楼</a:t>
            </a:r>
            <a:br>
              <a:rPr dirty="0"/>
            </a:br>
            <a:r>
              <a:rPr dirty="0"/>
              <a:t>      </a:t>
            </a:r>
            <a:r>
              <a:rPr dirty="0" err="1"/>
              <a:t>推窗即漫山云海</a:t>
            </a:r>
            <a:br>
              <a:rPr dirty="0"/>
            </a:br>
            <a:br>
              <a:rPr dirty="0"/>
            </a:br>
            <a:r>
              <a:rPr dirty="0"/>
              <a:t>☕  </a:t>
            </a:r>
            <a:r>
              <a:rPr dirty="0" err="1"/>
              <a:t>一楼「三山二水咖啡」自营精品咖啡馆</a:t>
            </a:r>
            <a:br>
              <a:rPr dirty="0"/>
            </a:br>
            <a:r>
              <a:rPr dirty="0"/>
              <a:t>      </a:t>
            </a:r>
            <a:r>
              <a:rPr dirty="0" err="1"/>
              <a:t>自种庐山云雾茶，自酿美酒</a:t>
            </a:r>
            <a:br>
              <a:rPr dirty="0"/>
            </a:br>
            <a:br>
              <a:rPr dirty="0"/>
            </a:br>
            <a:r>
              <a:rPr dirty="0"/>
              <a:t>🛏️  11间客房 · 8种精品房型</a:t>
            </a:r>
            <a:br>
              <a:rPr dirty="0"/>
            </a:br>
            <a:r>
              <a:rPr dirty="0"/>
              <a:t>      ¥388起 · </a:t>
            </a:r>
            <a:r>
              <a:rPr dirty="0" err="1"/>
              <a:t>山景</a:t>
            </a:r>
            <a:r>
              <a:rPr dirty="0"/>
              <a:t>/</a:t>
            </a:r>
            <a:r>
              <a:rPr dirty="0" err="1"/>
              <a:t>露台</a:t>
            </a:r>
            <a:r>
              <a:rPr dirty="0"/>
              <a:t>/</a:t>
            </a:r>
            <a:r>
              <a:rPr dirty="0" err="1"/>
              <a:t>云海</a:t>
            </a:r>
            <a:r>
              <a:rPr dirty="0"/>
              <a:t>/</a:t>
            </a:r>
            <a:r>
              <a:rPr dirty="0" err="1"/>
              <a:t>竹林</a:t>
            </a:r>
            <a:br>
              <a:rPr dirty="0"/>
            </a:br>
            <a:br>
              <a:rPr dirty="0"/>
            </a:br>
            <a:r>
              <a:rPr dirty="0"/>
              <a:t>🐾  </a:t>
            </a:r>
            <a:r>
              <a:rPr dirty="0" err="1"/>
              <a:t>宠物友好</a:t>
            </a:r>
            <a:r>
              <a:rPr dirty="0"/>
              <a:t> · </a:t>
            </a:r>
            <a:r>
              <a:rPr dirty="0" err="1"/>
              <a:t>免费携带猫狗入住</a:t>
            </a:r>
            <a:br>
              <a:rPr dirty="0"/>
            </a:br>
            <a:br>
              <a:rPr dirty="0"/>
            </a:br>
            <a:r>
              <a:rPr dirty="0"/>
              <a:t>🅿️  </a:t>
            </a:r>
            <a:r>
              <a:rPr dirty="0" err="1"/>
              <a:t>免费私家停车场</a:t>
            </a:r>
            <a:br>
              <a:rPr dirty="0"/>
            </a:br>
            <a:br>
              <a:rPr dirty="0"/>
            </a:br>
            <a:r>
              <a:rPr dirty="0"/>
              <a:t>🚡  索道上站步行5分钟</a:t>
            </a:r>
            <a:br>
              <a:rPr dirty="0"/>
            </a:br>
            <a:br>
              <a:rPr dirty="0"/>
            </a:br>
            <a:r>
              <a:rPr dirty="0"/>
              <a:t>⭐  </a:t>
            </a:r>
            <a:r>
              <a:rPr dirty="0" err="1"/>
              <a:t>携程</a:t>
            </a:r>
            <a:r>
              <a:rPr dirty="0"/>
              <a:t> 4.7分 · 85条真实评价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A3D33"/>
                </a:solidFill>
                <a:latin typeface="Noto Serif SC"/>
              </a:defRPr>
            </a:pPr>
            <a:r>
              <a:t>AI 智能管家 · 全程陪伴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371600" cy="38100"/>
          </a:xfrm>
          <a:prstGeom prst="rect">
            <a:avLst/>
          </a:prstGeom>
          <a:solidFill>
            <a:srgbClr val="8B7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2926080" cy="3657600"/>
          </a:xfrm>
          <a:prstGeom prst="roundRect">
            <a:avLst/>
          </a:prstGeom>
          <a:solidFill>
            <a:srgbClr val="2A3D33"/>
          </a:solidFill>
          <a:ln w="1270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PingFang SC"/>
              </a:defRPr>
            </a:pPr>
            <a:r>
              <a:t>🗺️ 预订前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PingFang SC"/>
              </a:defRPr>
            </a:pPr>
            <a:r>
              <a:t>免费旅行顾问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92608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DCD4"/>
                </a:solidFill>
                <a:latin typeface="PingFang SC"/>
              </a:defRPr>
            </a:pPr>
            <a:r>
              <a:t>所有人可用</a:t>
            </a:r>
            <a:br/>
            <a:r>
              <a:t>庐山攻略咨询</a:t>
            </a:r>
            <a:br/>
            <a:r>
              <a:t>房型推荐</a:t>
            </a:r>
            <a:br/>
            <a:r>
              <a:t>自然引导预订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645920"/>
            <a:ext cx="2926080" cy="3657600"/>
          </a:xfrm>
          <a:prstGeom prst="roundRect">
            <a:avLst/>
          </a:prstGeom>
          <a:solidFill>
            <a:srgbClr val="5B7B6F"/>
          </a:solidFill>
          <a:ln w="1270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1828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PingFang SC"/>
              </a:defRPr>
            </a:pPr>
            <a:r>
              <a:t>🛎️ 预订后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PingFang SC"/>
              </a:defRPr>
            </a:pPr>
            <a:r>
              <a:t>专属AI管家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92608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DCD4"/>
                </a:solidFill>
                <a:latin typeface="PingFang SC"/>
              </a:defRPr>
            </a:pPr>
            <a:r>
              <a:t>已预订客人独享</a:t>
            </a:r>
            <a:br/>
            <a:r>
              <a:t>全功能智能服务</a:t>
            </a:r>
            <a:br/>
            <a:r>
              <a:t>房间/路线/点餐</a:t>
            </a:r>
            <a:br/>
            <a:r>
              <a:t>私人旅行规划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2926080" cy="3657600"/>
          </a:xfrm>
          <a:prstGeom prst="roundRect">
            <a:avLst/>
          </a:prstGeom>
          <a:solidFill>
            <a:srgbClr val="8B7355"/>
          </a:solidFill>
          <a:ln w="1270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1828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PingFang SC"/>
              </a:defRPr>
            </a:pPr>
            <a:r>
              <a:t>☁️ 离店后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PingFang SC"/>
              </a:defRPr>
            </a:pPr>
            <a:r>
              <a:t>复购关怀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92608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DCD4"/>
                </a:solidFill>
                <a:latin typeface="PingFang SC"/>
              </a:defRPr>
            </a:pPr>
            <a:r>
              <a:t>温暖叙旧</a:t>
            </a:r>
            <a:br/>
            <a:r>
              <a:t>收集入住反馈</a:t>
            </a:r>
            <a:br/>
            <a:r>
              <a:t>老客专属优惠</a:t>
            </a:r>
            <a:br/>
            <a:r>
              <a:t>邀请再次归来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E9A90"/>
                </a:solidFill>
                <a:latin typeface="PingFang SC"/>
              </a:defRPr>
            </a:pPr>
            <a:r>
              <a:t>微信公众号内回复任意消息即可体验 · 预订后自动解锁完整AI管家功能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A3D33"/>
                </a:solidFill>
                <a:latin typeface="Noto Serif SC"/>
              </a:defRPr>
            </a:pPr>
            <a:r>
              <a:t>首页全貌 · 移动端</a:t>
            </a:r>
          </a:p>
        </p:txBody>
      </p:sp>
      <p:pic>
        <p:nvPicPr>
          <p:cNvPr id="3" name="Picture 2" descr="第四面右半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005840"/>
            <a:ext cx="5029200" cy="2743200"/>
          </a:xfrm>
          <a:prstGeom prst="rect">
            <a:avLst/>
          </a:prstGeom>
        </p:spPr>
      </p:pic>
      <p:pic>
        <p:nvPicPr>
          <p:cNvPr id="4" name="Picture 3" descr="第四面右半边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3840480"/>
            <a:ext cx="5029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371600"/>
            <a:ext cx="2926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815"/>
                </a:solidFill>
                <a:latin typeface="PingFang SC"/>
              </a:defRPr>
            </a:pPr>
            <a:r>
              <a:t>✨ 水墨晕染视觉</a:t>
            </a:r>
            <a:br/>
            <a:r>
              <a:t>    多层径向渐变Hero</a:t>
            </a:r>
            <a:br/>
            <a:r>
              <a:t>    山形剪影底部</a:t>
            </a:r>
            <a:br/>
            <a:br/>
            <a:r>
              <a:t>📱 5大快捷入口</a:t>
            </a:r>
            <a:br/>
            <a:r>
              <a:t>    房型 · 点餐 · 攻略</a:t>
            </a:r>
            <a:br/>
            <a:r>
              <a:t>    服务 · 积分中心</a:t>
            </a:r>
            <a:br/>
            <a:br/>
            <a:r>
              <a:t>⭐ 住客好评轮播</a:t>
            </a:r>
            <a:br/>
            <a:r>
              <a:t>    12条真实好评</a:t>
            </a:r>
            <a:br/>
            <a:r>
              <a:t>    4条一组自动切换</a:t>
            </a:r>
            <a:br/>
            <a:br/>
            <a:r>
              <a:t>🤖 智能客服功能介绍</a:t>
            </a:r>
            <a:br/>
            <a:br/>
            <a:r>
              <a:t>❓ 常见问题FAQ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第五面右半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74320"/>
            <a:ext cx="4114800" cy="3108960"/>
          </a:xfrm>
          <a:prstGeom prst="rect">
            <a:avLst/>
          </a:prstGeom>
        </p:spPr>
      </p:pic>
      <p:pic>
        <p:nvPicPr>
          <p:cNvPr id="3" name="Picture 2" descr="第五面右半边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474720"/>
            <a:ext cx="4114800" cy="3108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914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A3D33"/>
                </a:solidFill>
                <a:latin typeface="Noto Serif SC"/>
              </a:defRPr>
            </a:pPr>
            <a:r>
              <a:t>房型展示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371600" cy="38100"/>
          </a:xfrm>
          <a:prstGeom prst="rect">
            <a:avLst/>
          </a:prstGeom>
          <a:solidFill>
            <a:srgbClr val="8B7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815"/>
                </a:solidFill>
                <a:latin typeface="PingFang SC"/>
              </a:defRPr>
            </a:pPr>
            <a:r>
              <a:t>🛏️  8种精品房型 · 11间客房</a:t>
            </a:r>
            <a:br/>
            <a:br/>
            <a:r>
              <a:t>📷  携程官方高清图片展示</a:t>
            </a:r>
            <a:br/>
            <a:br/>
            <a:r>
              <a:t>💰  实时价格对比（原价 vs 现价）</a:t>
            </a:r>
            <a:br/>
            <a:br/>
            <a:r>
              <a:t>🏷️  景观标签：山景 / 云海 / 竹林</a:t>
            </a:r>
            <a:br/>
            <a:br/>
            <a:r>
              <a:t>📐  面积 · 床型 · 可住人数</a:t>
            </a:r>
            <a:br/>
            <a:br/>
            <a:r>
              <a:t>🔥  实时库存余量徽章</a:t>
            </a:r>
            <a:br/>
            <a:r>
              <a:t>    仅剩1间红色预警</a:t>
            </a:r>
            <a:br/>
            <a:br/>
            <a:r>
              <a:t>✨  房间设施标签展示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第六面右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457200"/>
            <a:ext cx="4114800" cy="594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A3D33"/>
                </a:solidFill>
                <a:latin typeface="Noto Serif SC"/>
              </a:defRPr>
            </a:pPr>
            <a:r>
              <a:t>「三山二水咖啡」点单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1371600" cy="38100"/>
          </a:xfrm>
          <a:prstGeom prst="rect">
            <a:avLst/>
          </a:prstGeom>
          <a:solidFill>
            <a:srgbClr val="8B7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815"/>
                </a:solidFill>
                <a:latin typeface="PingFang SC"/>
              </a:defRPr>
            </a:pPr>
            <a:r>
              <a:t>☕  5大分类 · 24款产品</a:t>
            </a:r>
            <a:br/>
            <a:br/>
            <a:r>
              <a:t>    精品咖啡 · 茶饮</a:t>
            </a:r>
            <a:br/>
            <a:r>
              <a:t>    简餐轻食 · 甜点 · 饮品</a:t>
            </a:r>
            <a:br/>
            <a:br/>
            <a:r>
              <a:t>🛒  在线购物车</a:t>
            </a:r>
            <a:br/>
            <a:r>
              <a:t>    添加/删除/修改数量</a:t>
            </a:r>
            <a:br/>
            <a:r>
              <a:t>    实时计算总价</a:t>
            </a:r>
            <a:br/>
            <a:br/>
            <a:r>
              <a:t>💳  微信支付集成</a:t>
            </a:r>
            <a:br/>
            <a:br/>
            <a:r>
              <a:t>🏠  送餐到房服务</a:t>
            </a:r>
            <a:br/>
            <a:r>
              <a:t>    输入房间号即可</a:t>
            </a:r>
            <a:br/>
            <a:br/>
            <a:r>
              <a:t>⭐  推荐标签</a:t>
            </a:r>
            <a:br/>
            <a:r>
              <a:t>    热门单品标注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第七面右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457200"/>
            <a:ext cx="4114800" cy="594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A3D33"/>
                </a:solidFill>
                <a:latin typeface="Noto Serif SC"/>
              </a:defRPr>
            </a:pPr>
            <a:r>
              <a:t>游玩攻略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1371600" cy="38100"/>
          </a:xfrm>
          <a:prstGeom prst="rect">
            <a:avLst/>
          </a:prstGeom>
          <a:solidFill>
            <a:srgbClr val="8B7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815"/>
                </a:solidFill>
                <a:latin typeface="PingFang SC"/>
              </a:defRPr>
            </a:pPr>
            <a:r>
              <a:t>🗺️  5条精选游玩路线</a:t>
            </a:r>
            <a:br/>
            <a:br/>
            <a:r>
              <a:t>    轻松 · 适中 · 挑战</a:t>
            </a:r>
            <a:br/>
            <a:r>
              <a:t>    每条含多景点+时间估算</a:t>
            </a:r>
            <a:br/>
            <a:br/>
            <a:r>
              <a:t>🍜  6家周边美食推荐</a:t>
            </a:r>
            <a:br/>
            <a:r>
              <a:t>    人均价格 · 必点菜品</a:t>
            </a:r>
            <a:br/>
            <a:r>
              <a:t>    地图导航一键跳转</a:t>
            </a:r>
            <a:br/>
            <a:br/>
            <a:r>
              <a:t>🚡  实时索道通知</a:t>
            </a:r>
            <a:br/>
            <a:br/>
            <a:r>
              <a:t>🚗  暑期自驾限行提醒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第八面右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457200"/>
            <a:ext cx="4114800" cy="594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A3D33"/>
                </a:solidFill>
                <a:latin typeface="Noto Serif SC"/>
              </a:defRPr>
            </a:pPr>
            <a:r>
              <a:t>快捷服务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1371600" cy="38100"/>
          </a:xfrm>
          <a:prstGeom prst="rect">
            <a:avLst/>
          </a:prstGeom>
          <a:solidFill>
            <a:srgbClr val="8B7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815"/>
                </a:solidFill>
                <a:latin typeface="PingFang SC"/>
              </a:defRPr>
            </a:pPr>
            <a:r>
              <a:t>🛎️  14项贴心服务</a:t>
            </a:r>
            <a:br/>
            <a:br/>
            <a:r>
              <a:t>🧹  客房服务</a:t>
            </a:r>
            <a:br/>
            <a:r>
              <a:t>    续住 · 打扫 · 送餐 · 洗衣</a:t>
            </a:r>
            <a:br/>
            <a:br/>
            <a:r>
              <a:t>🔧  设施维修</a:t>
            </a:r>
            <a:br/>
            <a:r>
              <a:t>    报修 · 空调 · 热水</a:t>
            </a:r>
            <a:br/>
            <a:br/>
            <a:r>
              <a:t>🏨  前台服务</a:t>
            </a:r>
            <a:br/>
            <a:r>
              <a:t>    叫醒 · 行李寄存 · 叫车</a:t>
            </a:r>
            <a:br/>
            <a:r>
              <a:t>    路线规划 · 旅游咨询</a:t>
            </a:r>
            <a:br/>
            <a:r>
              <a:t>    搭伙用餐 · 退房办理</a:t>
            </a:r>
            <a:br/>
            <a:br/>
            <a:r>
              <a:t>📞  一键拨打前台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A3D33"/>
                </a:solidFill>
                <a:latin typeface="Noto Serif SC"/>
              </a:defRPr>
            </a:pPr>
            <a:r>
              <a:t>会员积分 &amp; 订单管理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914400"/>
            <a:ext cx="1371600" cy="38100"/>
          </a:xfrm>
          <a:prstGeom prst="rect">
            <a:avLst/>
          </a:prstGeom>
          <a:solidFill>
            <a:srgbClr val="8B7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第九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303520" cy="5029200"/>
          </a:xfrm>
          <a:prstGeom prst="rect">
            <a:avLst/>
          </a:prstGeom>
        </p:spPr>
      </p:pic>
      <p:pic>
        <p:nvPicPr>
          <p:cNvPr id="5" name="Picture 4" descr="第九面右半边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530352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914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A3D33"/>
                </a:solidFill>
                <a:latin typeface="PingFang SC"/>
              </a:defRPr>
            </a:pPr>
            <a:r>
              <a:t>⭐ 会员积分中心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914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A3D33"/>
                </a:solidFill>
                <a:latin typeface="PingFang SC"/>
              </a:defRPr>
            </a:pPr>
            <a:r>
              <a:t>📊 多平台订单聚合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A3D33"/>
                </a:solidFill>
                <a:latin typeface="Noto Serif SC"/>
              </a:defRPr>
            </a:pPr>
            <a:r>
              <a:t>桌面端适配 · 1200px 宽屏体验</a:t>
            </a:r>
          </a:p>
        </p:txBody>
      </p:sp>
      <p:pic>
        <p:nvPicPr>
          <p:cNvPr id="3" name="Picture 2" descr="第十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E9A90"/>
                </a:solidFill>
                <a:latin typeface="PingFang SC"/>
              </a:defRPr>
            </a:pPr>
            <a:r>
              <a:t>4列介绍 · 3列房型 · 2列功能 · 响应式自动切换  |  移动端 &amp; 桌面端独立优化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103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Noto Serif SC"/>
              </a:defRPr>
            </a:pPr>
            <a:r>
              <a:t>感谢观看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B7355"/>
                </a:solidFill>
                <a:latin typeface="PingFang SC"/>
              </a:defRPr>
            </a:pPr>
            <a:r>
              <a:t>云上·归墅 · 微信公众号智能服务系统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E9A90"/>
                </a:solidFill>
                <a:latin typeface="PingFang SC"/>
              </a:defRPr>
            </a:pPr>
            <a:r>
              <a:t>庐山山上 · 大林沟路27号  |  16607927666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57E"/>
                </a:solidFill>
                <a:latin typeface="PingFang SC"/>
              </a:defRPr>
            </a:pPr>
            <a:r>
              <a:t>携程 / 美团 / 飞猪 / 大众点评  搜索「云上归墅」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427</Words>
  <Application>Microsoft Office PowerPoint</Application>
  <PresentationFormat>自定义</PresentationFormat>
  <Paragraphs>36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2026-06-12T15:30:56Z</dcterms:modified>
  <cp:category/>
</cp:coreProperties>
</file>